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73" r:id="rId4"/>
    <p:sldId id="281" r:id="rId5"/>
    <p:sldId id="260" r:id="rId6"/>
    <p:sldId id="271" r:id="rId7"/>
    <p:sldId id="284" r:id="rId8"/>
    <p:sldId id="286" r:id="rId9"/>
    <p:sldId id="261" r:id="rId10"/>
    <p:sldId id="287" r:id="rId11"/>
    <p:sldId id="268" r:id="rId12"/>
    <p:sldId id="288" r:id="rId13"/>
    <p:sldId id="289" r:id="rId14"/>
    <p:sldId id="274" r:id="rId15"/>
    <p:sldId id="290" r:id="rId16"/>
    <p:sldId id="291" r:id="rId17"/>
    <p:sldId id="292" r:id="rId18"/>
    <p:sldId id="278" r:id="rId19"/>
    <p:sldId id="294" r:id="rId20"/>
    <p:sldId id="293" r:id="rId21"/>
    <p:sldId id="275" r:id="rId22"/>
    <p:sldId id="276" r:id="rId23"/>
    <p:sldId id="277" r:id="rId24"/>
    <p:sldId id="266" r:id="rId25"/>
    <p:sldId id="295" r:id="rId26"/>
    <p:sldId id="267" r:id="rId27"/>
  </p:sldIdLst>
  <p:sldSz cx="9906000" cy="6858000" type="A4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uxkUHzEEBQb45tIBOtUrgvat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D1E46-8B09-40C9-931A-657E46302407}" v="57" dt="2026-06-02T18:27:29.881"/>
  </p1510:revLst>
</p1510:revInfo>
</file>

<file path=ppt/tableStyles.xml><?xml version="1.0" encoding="utf-8"?>
<a:tblStyleLst xmlns:a="http://schemas.openxmlformats.org/drawingml/2006/main" def="{9B3D1C26-BEBA-40EB-B880-04AE644533D2}">
  <a:tblStyle styleId="{9B3D1C26-BEBA-40EB-B880-04AE644533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6D2E3C-A018-442B-BF50-C8C78C53AD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04" y="6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2"/>
        <p:guide pos="213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cp" userId="87fbdbdb7a1250d1" providerId="LiveId" clId="{F1C53C5A-CC0A-40C4-AF62-886D30DE64EB}"/>
    <pc:docChg chg="undo custSel addSld delSld modSld">
      <pc:chgData name="navya cp" userId="87fbdbdb7a1250d1" providerId="LiveId" clId="{F1C53C5A-CC0A-40C4-AF62-886D30DE64EB}" dt="2026-06-02T18:33:43.018" v="545" actId="115"/>
      <pc:docMkLst>
        <pc:docMk/>
      </pc:docMkLst>
      <pc:sldChg chg="modSp mod">
        <pc:chgData name="navya cp" userId="87fbdbdb7a1250d1" providerId="LiveId" clId="{F1C53C5A-CC0A-40C4-AF62-886D30DE64EB}" dt="2026-06-02T16:35:17.319" v="124" actId="20577"/>
        <pc:sldMkLst>
          <pc:docMk/>
          <pc:sldMk cId="0" sldId="256"/>
        </pc:sldMkLst>
        <pc:spChg chg="mod">
          <ac:chgData name="navya cp" userId="87fbdbdb7a1250d1" providerId="LiveId" clId="{F1C53C5A-CC0A-40C4-AF62-886D30DE64EB}" dt="2026-06-02T16:30:36.066" v="7" actId="14100"/>
          <ac:spMkLst>
            <pc:docMk/>
            <pc:sldMk cId="0" sldId="256"/>
            <ac:spMk id="93" creationId="{00000000-0000-0000-0000-000000000000}"/>
          </ac:spMkLst>
        </pc:spChg>
        <pc:spChg chg="mod">
          <ac:chgData name="navya cp" userId="87fbdbdb7a1250d1" providerId="LiveId" clId="{F1C53C5A-CC0A-40C4-AF62-886D30DE64EB}" dt="2026-06-02T16:31:59.597" v="10" actId="255"/>
          <ac:spMkLst>
            <pc:docMk/>
            <pc:sldMk cId="0" sldId="256"/>
            <ac:spMk id="95" creationId="{00000000-0000-0000-0000-000000000000}"/>
          </ac:spMkLst>
        </pc:spChg>
        <pc:graphicFrameChg chg="mod modGraphic">
          <ac:chgData name="navya cp" userId="87fbdbdb7a1250d1" providerId="LiveId" clId="{F1C53C5A-CC0A-40C4-AF62-886D30DE64EB}" dt="2026-06-02T16:35:17.319" v="124" actId="20577"/>
          <ac:graphicFrameMkLst>
            <pc:docMk/>
            <pc:sldMk cId="0" sldId="256"/>
            <ac:graphicFrameMk id="101" creationId="{00000000-0000-0000-0000-000000000000}"/>
          </ac:graphicFrameMkLst>
        </pc:graphicFrameChg>
      </pc:sldChg>
      <pc:sldChg chg="modSp mod">
        <pc:chgData name="navya cp" userId="87fbdbdb7a1250d1" providerId="LiveId" clId="{F1C53C5A-CC0A-40C4-AF62-886D30DE64EB}" dt="2026-06-02T16:39:03.590" v="132" actId="255"/>
        <pc:sldMkLst>
          <pc:docMk/>
          <pc:sldMk cId="0" sldId="260"/>
        </pc:sldMkLst>
        <pc:spChg chg="mod">
          <ac:chgData name="navya cp" userId="87fbdbdb7a1250d1" providerId="LiveId" clId="{F1C53C5A-CC0A-40C4-AF62-886D30DE64EB}" dt="2026-06-02T16:39:03.590" v="132" actId="255"/>
          <ac:spMkLst>
            <pc:docMk/>
            <pc:sldMk cId="0" sldId="260"/>
            <ac:spMk id="120" creationId="{00000000-0000-0000-0000-000000000000}"/>
          </ac:spMkLst>
        </pc:spChg>
      </pc:sldChg>
      <pc:sldChg chg="modSp mod">
        <pc:chgData name="navya cp" userId="87fbdbdb7a1250d1" providerId="LiveId" clId="{F1C53C5A-CC0A-40C4-AF62-886D30DE64EB}" dt="2026-06-02T16:56:14.140" v="201"/>
        <pc:sldMkLst>
          <pc:docMk/>
          <pc:sldMk cId="0" sldId="261"/>
        </pc:sldMkLst>
        <pc:spChg chg="mod">
          <ac:chgData name="navya cp" userId="87fbdbdb7a1250d1" providerId="LiveId" clId="{F1C53C5A-CC0A-40C4-AF62-886D30DE64EB}" dt="2026-06-02T16:56:14.140" v="201"/>
          <ac:spMkLst>
            <pc:docMk/>
            <pc:sldMk cId="0" sldId="261"/>
            <ac:spMk id="126" creationId="{00000000-0000-0000-0000-000000000000}"/>
          </ac:spMkLst>
        </pc:spChg>
      </pc:sldChg>
      <pc:sldChg chg="addSp delSp modSp del mod">
        <pc:chgData name="navya cp" userId="87fbdbdb7a1250d1" providerId="LiveId" clId="{F1C53C5A-CC0A-40C4-AF62-886D30DE64EB}" dt="2026-06-02T17:56:18.159" v="385" actId="2696"/>
        <pc:sldMkLst>
          <pc:docMk/>
          <pc:sldMk cId="0" sldId="262"/>
        </pc:sldMkLst>
        <pc:spChg chg="add del mod">
          <ac:chgData name="navya cp" userId="87fbdbdb7a1250d1" providerId="LiveId" clId="{F1C53C5A-CC0A-40C4-AF62-886D30DE64EB}" dt="2026-06-02T17:55:54.128" v="382" actId="22"/>
          <ac:spMkLst>
            <pc:docMk/>
            <pc:sldMk cId="0" sldId="262"/>
            <ac:spMk id="6" creationId="{8B2BD044-B488-4D00-7C37-76F925439746}"/>
          </ac:spMkLst>
        </pc:spChg>
        <pc:graphicFrameChg chg="del modGraphic">
          <ac:chgData name="navya cp" userId="87fbdbdb7a1250d1" providerId="LiveId" clId="{F1C53C5A-CC0A-40C4-AF62-886D30DE64EB}" dt="2026-06-02T17:55:02.752" v="372" actId="21"/>
          <ac:graphicFrameMkLst>
            <pc:docMk/>
            <pc:sldMk cId="0" sldId="262"/>
            <ac:graphicFrameMk id="2" creationId="{00000000-0000-0000-0000-000000000000}"/>
          </ac:graphicFrameMkLst>
        </pc:graphicFrameChg>
        <pc:graphicFrameChg chg="del">
          <ac:chgData name="navya cp" userId="87fbdbdb7a1250d1" providerId="LiveId" clId="{F1C53C5A-CC0A-40C4-AF62-886D30DE64EB}" dt="2026-06-02T17:55:09.030" v="373" actId="21"/>
          <ac:graphicFrameMkLst>
            <pc:docMk/>
            <pc:sldMk cId="0" sldId="262"/>
            <ac:graphicFrameMk id="3" creationId="{00000000-0000-0000-0000-000000000000}"/>
          </ac:graphicFrameMkLst>
        </pc:graphicFrameChg>
        <pc:graphicFrameChg chg="del">
          <ac:chgData name="navya cp" userId="87fbdbdb7a1250d1" providerId="LiveId" clId="{F1C53C5A-CC0A-40C4-AF62-886D30DE64EB}" dt="2026-06-02T17:55:17.344" v="374" actId="21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modSp mod">
        <pc:chgData name="navya cp" userId="87fbdbdb7a1250d1" providerId="LiveId" clId="{F1C53C5A-CC0A-40C4-AF62-886D30DE64EB}" dt="2026-06-02T18:26:19.594" v="535" actId="14100"/>
        <pc:sldMkLst>
          <pc:docMk/>
          <pc:sldMk cId="0" sldId="266"/>
        </pc:sldMkLst>
        <pc:spChg chg="mod">
          <ac:chgData name="navya cp" userId="87fbdbdb7a1250d1" providerId="LiveId" clId="{F1C53C5A-CC0A-40C4-AF62-886D30DE64EB}" dt="2026-06-02T18:26:19.594" v="535" actId="14100"/>
          <ac:spMkLst>
            <pc:docMk/>
            <pc:sldMk cId="0" sldId="266"/>
            <ac:spMk id="2" creationId="{540C2E43-AB03-6032-9D6A-F2DBDC931320}"/>
          </ac:spMkLst>
        </pc:spChg>
      </pc:sldChg>
      <pc:sldChg chg="addSp delSp modSp mod">
        <pc:chgData name="navya cp" userId="87fbdbdb7a1250d1" providerId="LiveId" clId="{F1C53C5A-CC0A-40C4-AF62-886D30DE64EB}" dt="2026-06-02T17:03:03.496" v="216" actId="1076"/>
        <pc:sldMkLst>
          <pc:docMk/>
          <pc:sldMk cId="0" sldId="268"/>
        </pc:sldMkLst>
        <pc:spChg chg="del mod">
          <ac:chgData name="navya cp" userId="87fbdbdb7a1250d1" providerId="LiveId" clId="{F1C53C5A-CC0A-40C4-AF62-886D30DE64EB}" dt="2026-06-02T17:02:49.487" v="213" actId="21"/>
          <ac:spMkLst>
            <pc:docMk/>
            <pc:sldMk cId="0" sldId="268"/>
            <ac:spMk id="3" creationId="{00000000-0000-0000-0000-000000000000}"/>
          </ac:spMkLst>
        </pc:spChg>
        <pc:picChg chg="add mod">
          <ac:chgData name="navya cp" userId="87fbdbdb7a1250d1" providerId="LiveId" clId="{F1C53C5A-CC0A-40C4-AF62-886D30DE64EB}" dt="2026-06-02T17:03:03.496" v="216" actId="1076"/>
          <ac:picMkLst>
            <pc:docMk/>
            <pc:sldMk cId="0" sldId="268"/>
            <ac:picMk id="4" creationId="{5589DB84-D721-2A4D-0C30-67712ABF4AD6}"/>
          </ac:picMkLst>
        </pc:picChg>
      </pc:sldChg>
      <pc:sldChg chg="addSp delSp modSp mod">
        <pc:chgData name="navya cp" userId="87fbdbdb7a1250d1" providerId="LiveId" clId="{F1C53C5A-CC0A-40C4-AF62-886D30DE64EB}" dt="2026-06-02T16:48:59.162" v="146" actId="21"/>
        <pc:sldMkLst>
          <pc:docMk/>
          <pc:sldMk cId="1401511612" sldId="271"/>
        </pc:sldMkLst>
        <pc:spChg chg="mod">
          <ac:chgData name="navya cp" userId="87fbdbdb7a1250d1" providerId="LiveId" clId="{F1C53C5A-CC0A-40C4-AF62-886D30DE64EB}" dt="2026-06-02T16:48:59.162" v="146" actId="21"/>
          <ac:spMkLst>
            <pc:docMk/>
            <pc:sldMk cId="1401511612" sldId="271"/>
            <ac:spMk id="2" creationId="{9D1CBD22-65BF-D221-25B6-89C2F6DBE16A}"/>
          </ac:spMkLst>
        </pc:spChg>
        <pc:spChg chg="mod">
          <ac:chgData name="navya cp" userId="87fbdbdb7a1250d1" providerId="LiveId" clId="{F1C53C5A-CC0A-40C4-AF62-886D30DE64EB}" dt="2026-06-02T16:45:02.166" v="133" actId="20577"/>
          <ac:spMkLst>
            <pc:docMk/>
            <pc:sldMk cId="1401511612" sldId="271"/>
            <ac:spMk id="3" creationId="{B185556F-1CF8-4F94-3318-9FF8024386EF}"/>
          </ac:spMkLst>
        </pc:spChg>
        <pc:graphicFrameChg chg="del">
          <ac:chgData name="navya cp" userId="87fbdbdb7a1250d1" providerId="LiveId" clId="{F1C53C5A-CC0A-40C4-AF62-886D30DE64EB}" dt="2026-06-02T16:45:16.258" v="134" actId="21"/>
          <ac:graphicFrameMkLst>
            <pc:docMk/>
            <pc:sldMk cId="1401511612" sldId="271"/>
            <ac:graphicFrameMk id="4" creationId="{00000000-0000-0000-0000-000000000000}"/>
          </ac:graphicFrameMkLst>
        </pc:graphicFrameChg>
        <pc:graphicFrameChg chg="add del mod">
          <ac:chgData name="navya cp" userId="87fbdbdb7a1250d1" providerId="LiveId" clId="{F1C53C5A-CC0A-40C4-AF62-886D30DE64EB}" dt="2026-06-02T16:45:39.316" v="136" actId="21"/>
          <ac:graphicFrameMkLst>
            <pc:docMk/>
            <pc:sldMk cId="1401511612" sldId="271"/>
            <ac:graphicFrameMk id="5" creationId="{00000000-0000-0000-0000-000000000000}"/>
          </ac:graphicFrameMkLst>
        </pc:graphicFrameChg>
        <pc:graphicFrameChg chg="add mod">
          <ac:chgData name="navya cp" userId="87fbdbdb7a1250d1" providerId="LiveId" clId="{F1C53C5A-CC0A-40C4-AF62-886D30DE64EB}" dt="2026-06-02T16:45:53.719" v="137"/>
          <ac:graphicFrameMkLst>
            <pc:docMk/>
            <pc:sldMk cId="1401511612" sldId="271"/>
            <ac:graphicFrameMk id="6" creationId="{75833E6C-79D9-460F-9FFA-2E668649A30E}"/>
          </ac:graphicFrameMkLst>
        </pc:graphicFrameChg>
      </pc:sldChg>
      <pc:sldChg chg="modSp mod">
        <pc:chgData name="navya cp" userId="87fbdbdb7a1250d1" providerId="LiveId" clId="{F1C53C5A-CC0A-40C4-AF62-886D30DE64EB}" dt="2026-06-02T16:36:18.939" v="126"/>
        <pc:sldMkLst>
          <pc:docMk/>
          <pc:sldMk cId="2617807671" sldId="273"/>
        </pc:sldMkLst>
        <pc:spChg chg="mod">
          <ac:chgData name="navya cp" userId="87fbdbdb7a1250d1" providerId="LiveId" clId="{F1C53C5A-CC0A-40C4-AF62-886D30DE64EB}" dt="2026-06-02T16:36:18.939" v="126"/>
          <ac:spMkLst>
            <pc:docMk/>
            <pc:sldMk cId="2617807671" sldId="273"/>
            <ac:spMk id="3" creationId="{99F52E9D-38A6-A515-1CEE-C5D4C5664454}"/>
          </ac:spMkLst>
        </pc:spChg>
      </pc:sldChg>
      <pc:sldChg chg="modSp mod">
        <pc:chgData name="navya cp" userId="87fbdbdb7a1250d1" providerId="LiveId" clId="{F1C53C5A-CC0A-40C4-AF62-886D30DE64EB}" dt="2026-06-02T17:10:01.792" v="230"/>
        <pc:sldMkLst>
          <pc:docMk/>
          <pc:sldMk cId="4079718171" sldId="274"/>
        </pc:sldMkLst>
        <pc:spChg chg="mod">
          <ac:chgData name="navya cp" userId="87fbdbdb7a1250d1" providerId="LiveId" clId="{F1C53C5A-CC0A-40C4-AF62-886D30DE64EB}" dt="2026-06-02T17:10:01.792" v="230"/>
          <ac:spMkLst>
            <pc:docMk/>
            <pc:sldMk cId="4079718171" sldId="274"/>
            <ac:spMk id="3" creationId="{B279C7C2-6ED3-6C5A-3D69-3D16C6DAE1A7}"/>
          </ac:spMkLst>
        </pc:spChg>
      </pc:sldChg>
      <pc:sldChg chg="modSp mod">
        <pc:chgData name="navya cp" userId="87fbdbdb7a1250d1" providerId="LiveId" clId="{F1C53C5A-CC0A-40C4-AF62-886D30DE64EB}" dt="2026-06-02T18:13:24.252" v="421" actId="12"/>
        <pc:sldMkLst>
          <pc:docMk/>
          <pc:sldMk cId="2196803362" sldId="276"/>
        </pc:sldMkLst>
        <pc:spChg chg="mod">
          <ac:chgData name="navya cp" userId="87fbdbdb7a1250d1" providerId="LiveId" clId="{F1C53C5A-CC0A-40C4-AF62-886D30DE64EB}" dt="2026-06-02T18:13:24.252" v="421" actId="12"/>
          <ac:spMkLst>
            <pc:docMk/>
            <pc:sldMk cId="2196803362" sldId="276"/>
            <ac:spMk id="3" creationId="{DE972697-2E76-4619-D7A9-67319E82BB9E}"/>
          </ac:spMkLst>
        </pc:spChg>
      </pc:sldChg>
      <pc:sldChg chg="addSp delSp modSp mod">
        <pc:chgData name="navya cp" userId="87fbdbdb7a1250d1" providerId="LiveId" clId="{F1C53C5A-CC0A-40C4-AF62-886D30DE64EB}" dt="2026-06-02T18:24:58.752" v="499" actId="14100"/>
        <pc:sldMkLst>
          <pc:docMk/>
          <pc:sldMk cId="1946048478" sldId="277"/>
        </pc:sldMkLst>
        <pc:spChg chg="mod">
          <ac:chgData name="navya cp" userId="87fbdbdb7a1250d1" providerId="LiveId" clId="{F1C53C5A-CC0A-40C4-AF62-886D30DE64EB}" dt="2026-06-02T18:24:58.752" v="499" actId="14100"/>
          <ac:spMkLst>
            <pc:docMk/>
            <pc:sldMk cId="1946048478" sldId="277"/>
            <ac:spMk id="132" creationId="{00000000-0000-0000-0000-000000000000}"/>
          </ac:spMkLst>
        </pc:spChg>
        <pc:graphicFrameChg chg="del">
          <ac:chgData name="navya cp" userId="87fbdbdb7a1250d1" providerId="LiveId" clId="{F1C53C5A-CC0A-40C4-AF62-886D30DE64EB}" dt="2026-06-02T18:20:08.890" v="435" actId="21"/>
          <ac:graphicFrameMkLst>
            <pc:docMk/>
            <pc:sldMk cId="1946048478" sldId="277"/>
            <ac:graphicFrameMk id="2" creationId="{00000000-0000-0000-0000-000000000000}"/>
          </ac:graphicFrameMkLst>
        </pc:graphicFrameChg>
        <pc:graphicFrameChg chg="add del mod">
          <ac:chgData name="navya cp" userId="87fbdbdb7a1250d1" providerId="LiveId" clId="{F1C53C5A-CC0A-40C4-AF62-886D30DE64EB}" dt="2026-06-02T18:20:29.094" v="438" actId="21"/>
          <ac:graphicFrameMkLst>
            <pc:docMk/>
            <pc:sldMk cId="1946048478" sldId="277"/>
            <ac:graphicFrameMk id="3" creationId="{00000000-0000-0000-0000-000000000000}"/>
          </ac:graphicFrameMkLst>
        </pc:graphicFrameChg>
      </pc:sldChg>
      <pc:sldChg chg="addSp delSp modSp mod">
        <pc:chgData name="navya cp" userId="87fbdbdb7a1250d1" providerId="LiveId" clId="{F1C53C5A-CC0A-40C4-AF62-886D30DE64EB}" dt="2026-06-02T18:29:44.784" v="543" actId="14100"/>
        <pc:sldMkLst>
          <pc:docMk/>
          <pc:sldMk cId="3514198948" sldId="278"/>
        </pc:sldMkLst>
        <pc:graphicFrameChg chg="del">
          <ac:chgData name="navya cp" userId="87fbdbdb7a1250d1" providerId="LiveId" clId="{F1C53C5A-CC0A-40C4-AF62-886D30DE64EB}" dt="2026-06-02T17:57:13.508" v="391" actId="21"/>
          <ac:graphicFrameMkLst>
            <pc:docMk/>
            <pc:sldMk cId="3514198948" sldId="278"/>
            <ac:graphicFrameMk id="5" creationId="{00000000-0000-0000-0000-000000000000}"/>
          </ac:graphicFrameMkLst>
        </pc:graphicFrameChg>
        <pc:graphicFrameChg chg="del">
          <ac:chgData name="navya cp" userId="87fbdbdb7a1250d1" providerId="LiveId" clId="{F1C53C5A-CC0A-40C4-AF62-886D30DE64EB}" dt="2026-06-02T17:57:05.045" v="390" actId="21"/>
          <ac:graphicFrameMkLst>
            <pc:docMk/>
            <pc:sldMk cId="3514198948" sldId="278"/>
            <ac:graphicFrameMk id="7" creationId="{00000000-0000-0000-0000-000000000000}"/>
          </ac:graphicFrameMkLst>
        </pc:graphicFrameChg>
        <pc:graphicFrameChg chg="add del modGraphic">
          <ac:chgData name="navya cp" userId="87fbdbdb7a1250d1" providerId="LiveId" clId="{F1C53C5A-CC0A-40C4-AF62-886D30DE64EB}" dt="2026-06-02T18:15:19.466" v="430" actId="21"/>
          <ac:graphicFrameMkLst>
            <pc:docMk/>
            <pc:sldMk cId="3514198948" sldId="278"/>
            <ac:graphicFrameMk id="9" creationId="{DB9A7668-6637-087B-D51D-705B77E873D5}"/>
          </ac:graphicFrameMkLst>
        </pc:graphicFrameChg>
        <pc:picChg chg="add mod">
          <ac:chgData name="navya cp" userId="87fbdbdb7a1250d1" providerId="LiveId" clId="{F1C53C5A-CC0A-40C4-AF62-886D30DE64EB}" dt="2026-06-02T18:29:44.784" v="543" actId="14100"/>
          <ac:picMkLst>
            <pc:docMk/>
            <pc:sldMk cId="3514198948" sldId="278"/>
            <ac:picMk id="3" creationId="{67C1550F-7176-05CA-631C-35806E2E76EF}"/>
          </ac:picMkLst>
        </pc:picChg>
        <pc:picChg chg="add del mod">
          <ac:chgData name="navya cp" userId="87fbdbdb7a1250d1" providerId="LiveId" clId="{F1C53C5A-CC0A-40C4-AF62-886D30DE64EB}" dt="2026-06-02T18:08:25.580" v="400" actId="21"/>
          <ac:picMkLst>
            <pc:docMk/>
            <pc:sldMk cId="3514198948" sldId="278"/>
            <ac:picMk id="6" creationId="{37AC3C32-50C1-68A9-D84A-A75F610E3A82}"/>
          </ac:picMkLst>
        </pc:picChg>
      </pc:sldChg>
      <pc:sldChg chg="del">
        <pc:chgData name="navya cp" userId="87fbdbdb7a1250d1" providerId="LiveId" clId="{F1C53C5A-CC0A-40C4-AF62-886D30DE64EB}" dt="2026-06-02T18:11:50.258" v="417" actId="2696"/>
        <pc:sldMkLst>
          <pc:docMk/>
          <pc:sldMk cId="646649433" sldId="279"/>
        </pc:sldMkLst>
      </pc:sldChg>
      <pc:sldChg chg="modSp new">
        <pc:chgData name="navya cp" userId="87fbdbdb7a1250d1" providerId="LiveId" clId="{F1C53C5A-CC0A-40C4-AF62-886D30DE64EB}" dt="2026-06-02T16:37:39.456" v="129"/>
        <pc:sldMkLst>
          <pc:docMk/>
          <pc:sldMk cId="3447537303" sldId="281"/>
        </pc:sldMkLst>
        <pc:spChg chg="mod">
          <ac:chgData name="navya cp" userId="87fbdbdb7a1250d1" providerId="LiveId" clId="{F1C53C5A-CC0A-40C4-AF62-886D30DE64EB}" dt="2026-06-02T16:37:39.456" v="129"/>
          <ac:spMkLst>
            <pc:docMk/>
            <pc:sldMk cId="3447537303" sldId="281"/>
            <ac:spMk id="2" creationId="{EE5061EC-4F31-6F5E-1208-93FDAE73FA58}"/>
          </ac:spMkLst>
        </pc:spChg>
        <pc:spChg chg="mod">
          <ac:chgData name="navya cp" userId="87fbdbdb7a1250d1" providerId="LiveId" clId="{F1C53C5A-CC0A-40C4-AF62-886D30DE64EB}" dt="2026-06-02T16:37:18.206" v="128"/>
          <ac:spMkLst>
            <pc:docMk/>
            <pc:sldMk cId="3447537303" sldId="281"/>
            <ac:spMk id="3" creationId="{BDC25BD0-FADF-0CA7-34D5-383FDD618464}"/>
          </ac:spMkLst>
        </pc:spChg>
      </pc:sldChg>
      <pc:sldChg chg="modSp new del mod">
        <pc:chgData name="navya cp" userId="87fbdbdb7a1250d1" providerId="LiveId" clId="{F1C53C5A-CC0A-40C4-AF62-886D30DE64EB}" dt="2026-06-02T16:55:26.179" v="199" actId="2696"/>
        <pc:sldMkLst>
          <pc:docMk/>
          <pc:sldMk cId="1729579381" sldId="282"/>
        </pc:sldMkLst>
        <pc:spChg chg="mod">
          <ac:chgData name="navya cp" userId="87fbdbdb7a1250d1" providerId="LiveId" clId="{F1C53C5A-CC0A-40C4-AF62-886D30DE64EB}" dt="2026-06-02T16:48:40.478" v="144"/>
          <ac:spMkLst>
            <pc:docMk/>
            <pc:sldMk cId="1729579381" sldId="282"/>
            <ac:spMk id="2" creationId="{80A5102A-8073-EAEE-0197-E9648F66DDE1}"/>
          </ac:spMkLst>
        </pc:spChg>
        <pc:spChg chg="mod">
          <ac:chgData name="navya cp" userId="87fbdbdb7a1250d1" providerId="LiveId" clId="{F1C53C5A-CC0A-40C4-AF62-886D30DE64EB}" dt="2026-06-02T16:48:28.284" v="143" actId="5793"/>
          <ac:spMkLst>
            <pc:docMk/>
            <pc:sldMk cId="1729579381" sldId="282"/>
            <ac:spMk id="3" creationId="{8431EA0D-CABE-8717-F43E-8431AAE2E7B8}"/>
          </ac:spMkLst>
        </pc:spChg>
      </pc:sldChg>
      <pc:sldChg chg="modSp new del">
        <pc:chgData name="navya cp" userId="87fbdbdb7a1250d1" providerId="LiveId" clId="{F1C53C5A-CC0A-40C4-AF62-886D30DE64EB}" dt="2026-06-02T16:47:16.091" v="141" actId="47"/>
        <pc:sldMkLst>
          <pc:docMk/>
          <pc:sldMk cId="2311644779" sldId="282"/>
        </pc:sldMkLst>
        <pc:spChg chg="mod">
          <ac:chgData name="navya cp" userId="87fbdbdb7a1250d1" providerId="LiveId" clId="{F1C53C5A-CC0A-40C4-AF62-886D30DE64EB}" dt="2026-06-02T16:46:39.552" v="139"/>
          <ac:spMkLst>
            <pc:docMk/>
            <pc:sldMk cId="2311644779" sldId="282"/>
            <ac:spMk id="2" creationId="{4E32C0B4-9823-84B1-6298-E0314A1A136B}"/>
          </ac:spMkLst>
        </pc:spChg>
        <pc:spChg chg="mod">
          <ac:chgData name="navya cp" userId="87fbdbdb7a1250d1" providerId="LiveId" clId="{F1C53C5A-CC0A-40C4-AF62-886D30DE64EB}" dt="2026-06-02T16:47:00.808" v="140"/>
          <ac:spMkLst>
            <pc:docMk/>
            <pc:sldMk cId="2311644779" sldId="282"/>
            <ac:spMk id="3" creationId="{3F61C0E4-8A93-447E-7383-07862CE38B40}"/>
          </ac:spMkLst>
        </pc:spChg>
      </pc:sldChg>
      <pc:sldChg chg="modSp new del mod">
        <pc:chgData name="navya cp" userId="87fbdbdb7a1250d1" providerId="LiveId" clId="{F1C53C5A-CC0A-40C4-AF62-886D30DE64EB}" dt="2026-06-02T16:51:41.239" v="158" actId="2696"/>
        <pc:sldMkLst>
          <pc:docMk/>
          <pc:sldMk cId="3915127249" sldId="283"/>
        </pc:sldMkLst>
        <pc:spChg chg="mod">
          <ac:chgData name="navya cp" userId="87fbdbdb7a1250d1" providerId="LiveId" clId="{F1C53C5A-CC0A-40C4-AF62-886D30DE64EB}" dt="2026-06-02T16:49:15.719" v="148"/>
          <ac:spMkLst>
            <pc:docMk/>
            <pc:sldMk cId="3915127249" sldId="283"/>
            <ac:spMk id="2" creationId="{DDB230BF-14AD-044A-161E-F282068673B6}"/>
          </ac:spMkLst>
        </pc:spChg>
        <pc:spChg chg="mod">
          <ac:chgData name="navya cp" userId="87fbdbdb7a1250d1" providerId="LiveId" clId="{F1C53C5A-CC0A-40C4-AF62-886D30DE64EB}" dt="2026-06-02T16:50:45.828" v="156"/>
          <ac:spMkLst>
            <pc:docMk/>
            <pc:sldMk cId="3915127249" sldId="283"/>
            <ac:spMk id="3" creationId="{2A0F6F09-9086-8070-2F06-3666964AEA63}"/>
          </ac:spMkLst>
        </pc:spChg>
      </pc:sldChg>
      <pc:sldChg chg="addSp modSp new">
        <pc:chgData name="navya cp" userId="87fbdbdb7a1250d1" providerId="LiveId" clId="{F1C53C5A-CC0A-40C4-AF62-886D30DE64EB}" dt="2026-06-02T16:51:58.991" v="159"/>
        <pc:sldMkLst>
          <pc:docMk/>
          <pc:sldMk cId="2895112365" sldId="284"/>
        </pc:sldMkLst>
        <pc:graphicFrameChg chg="add mod">
          <ac:chgData name="navya cp" userId="87fbdbdb7a1250d1" providerId="LiveId" clId="{F1C53C5A-CC0A-40C4-AF62-886D30DE64EB}" dt="2026-06-02T16:51:58.991" v="159"/>
          <ac:graphicFrameMkLst>
            <pc:docMk/>
            <pc:sldMk cId="2895112365" sldId="284"/>
            <ac:graphicFrameMk id="2" creationId="{C78EE9AD-4DD8-3AA3-2E61-50E38EDB55C4}"/>
          </ac:graphicFrameMkLst>
        </pc:graphicFrameChg>
      </pc:sldChg>
      <pc:sldChg chg="new del">
        <pc:chgData name="navya cp" userId="87fbdbdb7a1250d1" providerId="LiveId" clId="{F1C53C5A-CC0A-40C4-AF62-886D30DE64EB}" dt="2026-06-02T16:55:22.624" v="198" actId="2696"/>
        <pc:sldMkLst>
          <pc:docMk/>
          <pc:sldMk cId="2138862425" sldId="285"/>
        </pc:sldMkLst>
      </pc:sldChg>
      <pc:sldChg chg="modSp new mod">
        <pc:chgData name="navya cp" userId="87fbdbdb7a1250d1" providerId="LiveId" clId="{F1C53C5A-CC0A-40C4-AF62-886D30DE64EB}" dt="2026-06-02T16:54:35.763" v="197" actId="14100"/>
        <pc:sldMkLst>
          <pc:docMk/>
          <pc:sldMk cId="453122822" sldId="286"/>
        </pc:sldMkLst>
        <pc:spChg chg="mod">
          <ac:chgData name="navya cp" userId="87fbdbdb7a1250d1" providerId="LiveId" clId="{F1C53C5A-CC0A-40C4-AF62-886D30DE64EB}" dt="2026-06-02T16:53:37.887" v="162"/>
          <ac:spMkLst>
            <pc:docMk/>
            <pc:sldMk cId="453122822" sldId="286"/>
            <ac:spMk id="2" creationId="{89411DBA-0DE0-EEA4-980D-0EB674720E7E}"/>
          </ac:spMkLst>
        </pc:spChg>
        <pc:spChg chg="mod">
          <ac:chgData name="navya cp" userId="87fbdbdb7a1250d1" providerId="LiveId" clId="{F1C53C5A-CC0A-40C4-AF62-886D30DE64EB}" dt="2026-06-02T16:54:35.763" v="197" actId="14100"/>
          <ac:spMkLst>
            <pc:docMk/>
            <pc:sldMk cId="453122822" sldId="286"/>
            <ac:spMk id="3" creationId="{6915A48B-041A-3C6D-1D13-CCFB19AA5D5F}"/>
          </ac:spMkLst>
        </pc:spChg>
      </pc:sldChg>
      <pc:sldChg chg="modSp new mod">
        <pc:chgData name="navya cp" userId="87fbdbdb7a1250d1" providerId="LiveId" clId="{F1C53C5A-CC0A-40C4-AF62-886D30DE64EB}" dt="2026-06-02T16:57:09.035" v="207" actId="14100"/>
        <pc:sldMkLst>
          <pc:docMk/>
          <pc:sldMk cId="1304809837" sldId="287"/>
        </pc:sldMkLst>
        <pc:spChg chg="mod">
          <ac:chgData name="navya cp" userId="87fbdbdb7a1250d1" providerId="LiveId" clId="{F1C53C5A-CC0A-40C4-AF62-886D30DE64EB}" dt="2026-06-02T16:56:37.360" v="203"/>
          <ac:spMkLst>
            <pc:docMk/>
            <pc:sldMk cId="1304809837" sldId="287"/>
            <ac:spMk id="2" creationId="{D6F4FF16-A5E8-D951-97FA-EC7E3EC1E2CD}"/>
          </ac:spMkLst>
        </pc:spChg>
        <pc:spChg chg="mod">
          <ac:chgData name="navya cp" userId="87fbdbdb7a1250d1" providerId="LiveId" clId="{F1C53C5A-CC0A-40C4-AF62-886D30DE64EB}" dt="2026-06-02T16:57:09.035" v="207" actId="14100"/>
          <ac:spMkLst>
            <pc:docMk/>
            <pc:sldMk cId="1304809837" sldId="287"/>
            <ac:spMk id="3" creationId="{15BA7790-41C5-BA81-E946-C582A8CA7170}"/>
          </ac:spMkLst>
        </pc:spChg>
      </pc:sldChg>
      <pc:sldChg chg="modSp new mod">
        <pc:chgData name="navya cp" userId="87fbdbdb7a1250d1" providerId="LiveId" clId="{F1C53C5A-CC0A-40C4-AF62-886D30DE64EB}" dt="2026-06-02T18:33:43.018" v="545" actId="115"/>
        <pc:sldMkLst>
          <pc:docMk/>
          <pc:sldMk cId="1470212434" sldId="288"/>
        </pc:sldMkLst>
        <pc:spChg chg="mod">
          <ac:chgData name="navya cp" userId="87fbdbdb7a1250d1" providerId="LiveId" clId="{F1C53C5A-CC0A-40C4-AF62-886D30DE64EB}" dt="2026-06-02T17:08:55.313" v="227"/>
          <ac:spMkLst>
            <pc:docMk/>
            <pc:sldMk cId="1470212434" sldId="288"/>
            <ac:spMk id="2" creationId="{35819EC4-B175-DAB4-0499-8B6F58C12AE4}"/>
          </ac:spMkLst>
        </pc:spChg>
        <pc:spChg chg="mod">
          <ac:chgData name="navya cp" userId="87fbdbdb7a1250d1" providerId="LiveId" clId="{F1C53C5A-CC0A-40C4-AF62-886D30DE64EB}" dt="2026-06-02T18:33:43.018" v="545" actId="115"/>
          <ac:spMkLst>
            <pc:docMk/>
            <pc:sldMk cId="1470212434" sldId="288"/>
            <ac:spMk id="3" creationId="{1A692E31-540A-FAC3-F796-8A0FCDFCFBF9}"/>
          </ac:spMkLst>
        </pc:spChg>
      </pc:sldChg>
      <pc:sldChg chg="modSp new mod">
        <pc:chgData name="navya cp" userId="87fbdbdb7a1250d1" providerId="LiveId" clId="{F1C53C5A-CC0A-40C4-AF62-886D30DE64EB}" dt="2026-06-02T17:08:59.795" v="228"/>
        <pc:sldMkLst>
          <pc:docMk/>
          <pc:sldMk cId="3820682491" sldId="289"/>
        </pc:sldMkLst>
        <pc:spChg chg="mod">
          <ac:chgData name="navya cp" userId="87fbdbdb7a1250d1" providerId="LiveId" clId="{F1C53C5A-CC0A-40C4-AF62-886D30DE64EB}" dt="2026-06-02T17:08:59.795" v="228"/>
          <ac:spMkLst>
            <pc:docMk/>
            <pc:sldMk cId="3820682491" sldId="289"/>
            <ac:spMk id="2" creationId="{8AD09C09-D096-A8B8-04FC-43CE5EC5E520}"/>
          </ac:spMkLst>
        </pc:spChg>
        <pc:spChg chg="mod">
          <ac:chgData name="navya cp" userId="87fbdbdb7a1250d1" providerId="LiveId" clId="{F1C53C5A-CC0A-40C4-AF62-886D30DE64EB}" dt="2026-06-02T17:08:36.531" v="226" actId="20577"/>
          <ac:spMkLst>
            <pc:docMk/>
            <pc:sldMk cId="3820682491" sldId="289"/>
            <ac:spMk id="3" creationId="{1F099090-405A-4C41-7B9E-B1820B1431F2}"/>
          </ac:spMkLst>
        </pc:spChg>
      </pc:sldChg>
      <pc:sldChg chg="addSp modSp new mod">
        <pc:chgData name="navya cp" userId="87fbdbdb7a1250d1" providerId="LiveId" clId="{F1C53C5A-CC0A-40C4-AF62-886D30DE64EB}" dt="2026-06-02T17:50:12.001" v="368" actId="255"/>
        <pc:sldMkLst>
          <pc:docMk/>
          <pc:sldMk cId="4252402474" sldId="290"/>
        </pc:sldMkLst>
        <pc:spChg chg="mod">
          <ac:chgData name="navya cp" userId="87fbdbdb7a1250d1" providerId="LiveId" clId="{F1C53C5A-CC0A-40C4-AF62-886D30DE64EB}" dt="2026-06-02T17:50:12.001" v="368" actId="255"/>
          <ac:spMkLst>
            <pc:docMk/>
            <pc:sldMk cId="4252402474" sldId="290"/>
            <ac:spMk id="2" creationId="{430C7C84-698D-9A76-D972-C2F4715488C2}"/>
          </ac:spMkLst>
        </pc:spChg>
        <pc:spChg chg="mod">
          <ac:chgData name="navya cp" userId="87fbdbdb7a1250d1" providerId="LiveId" clId="{F1C53C5A-CC0A-40C4-AF62-886D30DE64EB}" dt="2026-06-02T17:39:59.190" v="238"/>
          <ac:spMkLst>
            <pc:docMk/>
            <pc:sldMk cId="4252402474" sldId="290"/>
            <ac:spMk id="3" creationId="{11E2C9DA-32D6-037A-B318-CB54DD3FFA06}"/>
          </ac:spMkLst>
        </pc:spChg>
        <pc:graphicFrameChg chg="add mod modGraphic">
          <ac:chgData name="navya cp" userId="87fbdbdb7a1250d1" providerId="LiveId" clId="{F1C53C5A-CC0A-40C4-AF62-886D30DE64EB}" dt="2026-06-02T17:45:24.753" v="347" actId="20577"/>
          <ac:graphicFrameMkLst>
            <pc:docMk/>
            <pc:sldMk cId="4252402474" sldId="290"/>
            <ac:graphicFrameMk id="4" creationId="{42541FD6-7ADB-539B-148E-A6777C201BA8}"/>
          </ac:graphicFrameMkLst>
        </pc:graphicFrameChg>
      </pc:sldChg>
      <pc:sldChg chg="addSp modSp new mod">
        <pc:chgData name="navya cp" userId="87fbdbdb7a1250d1" providerId="LiveId" clId="{F1C53C5A-CC0A-40C4-AF62-886D30DE64EB}" dt="2026-06-02T17:50:38.820" v="370"/>
        <pc:sldMkLst>
          <pc:docMk/>
          <pc:sldMk cId="3474158227" sldId="291"/>
        </pc:sldMkLst>
        <pc:spChg chg="mod">
          <ac:chgData name="navya cp" userId="87fbdbdb7a1250d1" providerId="LiveId" clId="{F1C53C5A-CC0A-40C4-AF62-886D30DE64EB}" dt="2026-06-02T17:50:38.820" v="370"/>
          <ac:spMkLst>
            <pc:docMk/>
            <pc:sldMk cId="3474158227" sldId="291"/>
            <ac:spMk id="2" creationId="{22D588EF-0EAB-23C5-5556-5998162EC6A4}"/>
          </ac:spMkLst>
        </pc:spChg>
        <pc:spChg chg="mod">
          <ac:chgData name="navya cp" userId="87fbdbdb7a1250d1" providerId="LiveId" clId="{F1C53C5A-CC0A-40C4-AF62-886D30DE64EB}" dt="2026-06-02T17:46:40.338" v="353" actId="255"/>
          <ac:spMkLst>
            <pc:docMk/>
            <pc:sldMk cId="3474158227" sldId="291"/>
            <ac:spMk id="3" creationId="{107F9066-52D8-B2BB-828A-95B9D9600257}"/>
          </ac:spMkLst>
        </pc:spChg>
        <pc:spChg chg="add mod">
          <ac:chgData name="navya cp" userId="87fbdbdb7a1250d1" providerId="LiveId" clId="{F1C53C5A-CC0A-40C4-AF62-886D30DE64EB}" dt="2026-06-02T17:48:35.481" v="364" actId="255"/>
          <ac:spMkLst>
            <pc:docMk/>
            <pc:sldMk cId="3474158227" sldId="291"/>
            <ac:spMk id="7" creationId="{0015180F-A0D7-73B7-3352-6263B95B436D}"/>
          </ac:spMkLst>
        </pc:spChg>
        <pc:picChg chg="add mod">
          <ac:chgData name="navya cp" userId="87fbdbdb7a1250d1" providerId="LiveId" clId="{F1C53C5A-CC0A-40C4-AF62-886D30DE64EB}" dt="2026-06-02T17:48:47.820" v="365" actId="1076"/>
          <ac:picMkLst>
            <pc:docMk/>
            <pc:sldMk cId="3474158227" sldId="291"/>
            <ac:picMk id="4" creationId="{C6F9CE62-0C37-FC82-22A4-9AB3333C839F}"/>
          </ac:picMkLst>
        </pc:picChg>
        <pc:picChg chg="add mod">
          <ac:chgData name="navya cp" userId="87fbdbdb7a1250d1" providerId="LiveId" clId="{F1C53C5A-CC0A-40C4-AF62-886D30DE64EB}" dt="2026-06-02T17:48:55.339" v="366" actId="1076"/>
          <ac:picMkLst>
            <pc:docMk/>
            <pc:sldMk cId="3474158227" sldId="291"/>
            <ac:picMk id="5" creationId="{E1045ADD-CA0E-E27C-1A43-820791C0C01C}"/>
          </ac:picMkLst>
        </pc:picChg>
      </pc:sldChg>
      <pc:sldChg chg="modSp new mod">
        <pc:chgData name="navya cp" userId="87fbdbdb7a1250d1" providerId="LiveId" clId="{F1C53C5A-CC0A-40C4-AF62-886D30DE64EB}" dt="2026-06-02T17:56:48.401" v="389" actId="5793"/>
        <pc:sldMkLst>
          <pc:docMk/>
          <pc:sldMk cId="1747700585" sldId="292"/>
        </pc:sldMkLst>
        <pc:spChg chg="mod">
          <ac:chgData name="navya cp" userId="87fbdbdb7a1250d1" providerId="LiveId" clId="{F1C53C5A-CC0A-40C4-AF62-886D30DE64EB}" dt="2026-06-02T17:56:09.515" v="384"/>
          <ac:spMkLst>
            <pc:docMk/>
            <pc:sldMk cId="1747700585" sldId="292"/>
            <ac:spMk id="2" creationId="{2D4252AC-D3BD-AE4D-6BDD-81040AA139D4}"/>
          </ac:spMkLst>
        </pc:spChg>
        <pc:spChg chg="mod">
          <ac:chgData name="navya cp" userId="87fbdbdb7a1250d1" providerId="LiveId" clId="{F1C53C5A-CC0A-40C4-AF62-886D30DE64EB}" dt="2026-06-02T17:56:48.401" v="389" actId="5793"/>
          <ac:spMkLst>
            <pc:docMk/>
            <pc:sldMk cId="1747700585" sldId="292"/>
            <ac:spMk id="3" creationId="{05551359-7B0A-0DCA-AC26-81B675CDD4A0}"/>
          </ac:spMkLst>
        </pc:spChg>
      </pc:sldChg>
      <pc:sldChg chg="addSp modSp new mod">
        <pc:chgData name="navya cp" userId="87fbdbdb7a1250d1" providerId="LiveId" clId="{F1C53C5A-CC0A-40C4-AF62-886D30DE64EB}" dt="2026-06-02T18:11:30.174" v="416"/>
        <pc:sldMkLst>
          <pc:docMk/>
          <pc:sldMk cId="1722503825" sldId="293"/>
        </pc:sldMkLst>
        <pc:spChg chg="add mod">
          <ac:chgData name="navya cp" userId="87fbdbdb7a1250d1" providerId="LiveId" clId="{F1C53C5A-CC0A-40C4-AF62-886D30DE64EB}" dt="2026-06-02T18:11:09.391" v="415" actId="120"/>
          <ac:spMkLst>
            <pc:docMk/>
            <pc:sldMk cId="1722503825" sldId="293"/>
            <ac:spMk id="3" creationId="{FA5BDF46-D751-B8D9-96AC-D8C2A972AED2}"/>
          </ac:spMkLst>
        </pc:spChg>
        <pc:graphicFrameChg chg="add mod">
          <ac:chgData name="navya cp" userId="87fbdbdb7a1250d1" providerId="LiveId" clId="{F1C53C5A-CC0A-40C4-AF62-886D30DE64EB}" dt="2026-06-02T18:11:30.174" v="416"/>
          <ac:graphicFrameMkLst>
            <pc:docMk/>
            <pc:sldMk cId="1722503825" sldId="293"/>
            <ac:graphicFrameMk id="4" creationId="{B0F7D5E4-0F06-6F51-32C3-4F938E8DAB01}"/>
          </ac:graphicFrameMkLst>
        </pc:graphicFrameChg>
      </pc:sldChg>
      <pc:sldChg chg="addSp delSp modSp new mod">
        <pc:chgData name="navya cp" userId="87fbdbdb7a1250d1" providerId="LiveId" clId="{F1C53C5A-CC0A-40C4-AF62-886D30DE64EB}" dt="2026-06-02T18:15:47.083" v="434" actId="14100"/>
        <pc:sldMkLst>
          <pc:docMk/>
          <pc:sldMk cId="397242825" sldId="294"/>
        </pc:sldMkLst>
        <pc:spChg chg="mod">
          <ac:chgData name="navya cp" userId="87fbdbdb7a1250d1" providerId="LiveId" clId="{F1C53C5A-CC0A-40C4-AF62-886D30DE64EB}" dt="2026-06-02T18:15:35.218" v="431"/>
          <ac:spMkLst>
            <pc:docMk/>
            <pc:sldMk cId="397242825" sldId="294"/>
            <ac:spMk id="2" creationId="{9F09BC37-88A7-F19C-C8AE-0097A6B46527}"/>
          </ac:spMkLst>
        </pc:spChg>
        <pc:spChg chg="del mod">
          <ac:chgData name="navya cp" userId="87fbdbdb7a1250d1" providerId="LiveId" clId="{F1C53C5A-CC0A-40C4-AF62-886D30DE64EB}" dt="2026-06-02T18:15:40.483" v="432" actId="21"/>
          <ac:spMkLst>
            <pc:docMk/>
            <pc:sldMk cId="397242825" sldId="294"/>
            <ac:spMk id="3" creationId="{32AE533B-BF6A-FC30-70C8-80485D3A63A6}"/>
          </ac:spMkLst>
        </pc:spChg>
        <pc:picChg chg="add mod">
          <ac:chgData name="navya cp" userId="87fbdbdb7a1250d1" providerId="LiveId" clId="{F1C53C5A-CC0A-40C4-AF62-886D30DE64EB}" dt="2026-06-02T18:15:47.083" v="434" actId="14100"/>
          <ac:picMkLst>
            <pc:docMk/>
            <pc:sldMk cId="397242825" sldId="294"/>
            <ac:picMk id="4" creationId="{5799D1FC-C9A6-C483-2284-DE6201A3C1C1}"/>
          </ac:picMkLst>
        </pc:picChg>
      </pc:sldChg>
      <pc:sldChg chg="modSp new mod">
        <pc:chgData name="navya cp" userId="87fbdbdb7a1250d1" providerId="LiveId" clId="{F1C53C5A-CC0A-40C4-AF62-886D30DE64EB}" dt="2026-06-02T18:27:29.880" v="540"/>
        <pc:sldMkLst>
          <pc:docMk/>
          <pc:sldMk cId="1360770197" sldId="295"/>
        </pc:sldMkLst>
        <pc:spChg chg="mod">
          <ac:chgData name="navya cp" userId="87fbdbdb7a1250d1" providerId="LiveId" clId="{F1C53C5A-CC0A-40C4-AF62-886D30DE64EB}" dt="2026-06-02T18:27:29.880" v="540"/>
          <ac:spMkLst>
            <pc:docMk/>
            <pc:sldMk cId="1360770197" sldId="295"/>
            <ac:spMk id="2" creationId="{A3745E24-8855-F6D4-07E7-72F1C646913E}"/>
          </ac:spMkLst>
        </pc:spChg>
        <pc:spChg chg="mod">
          <ac:chgData name="navya cp" userId="87fbdbdb7a1250d1" providerId="LiveId" clId="{F1C53C5A-CC0A-40C4-AF62-886D30DE64EB}" dt="2026-06-02T18:27:16.813" v="539" actId="14100"/>
          <ac:spMkLst>
            <pc:docMk/>
            <pc:sldMk cId="1360770197" sldId="295"/>
            <ac:spMk id="3" creationId="{DF4C7B29-494E-6B98-C0FC-A81C7E435E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537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4172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99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519336" y="6308727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8" name="Google Shape;28;p18"/>
          <p:cNvSpPr/>
          <p:nvPr/>
        </p:nvSpPr>
        <p:spPr>
          <a:xfrm>
            <a:off x="200472" y="6721476"/>
            <a:ext cx="294828" cy="919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80" y="6705906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1280592" y="6356351"/>
            <a:ext cx="2657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3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 txBox="1"/>
          <p:nvPr/>
        </p:nvSpPr>
        <p:spPr>
          <a:xfrm>
            <a:off x="0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3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6633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6" descr="C:\Users\Paramesh\Desktop\Logo\Logo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464" y="6337321"/>
            <a:ext cx="262890" cy="342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280592" y="2190849"/>
            <a:ext cx="7696200" cy="162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2400" b="1" dirty="0">
                <a:solidFill>
                  <a:srgbClr val="002060"/>
                </a:solidFill>
                <a:sym typeface="Arial"/>
              </a:rPr>
              <a:t>B.Tech Final Project Presentation on</a:t>
            </a:r>
            <a:br>
              <a:rPr lang="en-US" sz="2400" b="1" dirty="0">
                <a:solidFill>
                  <a:srgbClr val="002060"/>
                </a:solidFill>
                <a:sym typeface="Arial"/>
              </a:rPr>
            </a:b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OceanClear</a:t>
            </a:r>
            <a:r>
              <a:rPr lang="en-US" sz="2800" b="1" i="1" dirty="0">
                <a:solidFill>
                  <a:srgbClr val="FF0000"/>
                </a:solidFill>
              </a:rPr>
              <a:t> : AI-Based Underwater Image Enhancement System</a:t>
            </a:r>
            <a:br>
              <a:rPr lang="en-US" sz="2800" b="1" dirty="0">
                <a:solidFill>
                  <a:srgbClr val="002060"/>
                </a:solidFill>
              </a:rPr>
            </a:br>
            <a:br>
              <a:rPr lang="en-US" sz="3600" b="1" dirty="0">
                <a:solidFill>
                  <a:srgbClr val="002060"/>
                </a:solidFill>
              </a:rPr>
            </a:br>
            <a:endParaRPr sz="2800" b="1" dirty="0">
              <a:solidFill>
                <a:srgbClr val="002060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16496" y="4231187"/>
            <a:ext cx="78486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446940" y="4065593"/>
            <a:ext cx="4248150" cy="20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002060"/>
              </a:buClr>
              <a:buSzPts val="2400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Mentor  : DR YOGESH KM</a:t>
            </a:r>
          </a:p>
          <a:p>
            <a:pPr>
              <a:buClrTx/>
              <a:buFontTx/>
              <a:buNone/>
            </a:pPr>
            <a:r>
              <a:rPr lang="en-US" sz="2000" kern="1200" dirty="0">
                <a:solidFill>
                  <a:srgbClr val="002060"/>
                </a:solidFill>
                <a:latin typeface="Book Antiqua" panose="02040602050305030304" pitchFamily="18" charset="0"/>
              </a:rPr>
              <a:t>Asst. Professor</a:t>
            </a:r>
          </a:p>
          <a:p>
            <a:pPr>
              <a:buClrTx/>
              <a:buFontTx/>
              <a:buNone/>
            </a:pPr>
            <a:r>
              <a:rPr lang="en-US" sz="2000" kern="1200" dirty="0">
                <a:solidFill>
                  <a:srgbClr val="002060"/>
                </a:solidFill>
                <a:latin typeface="Book Antiqua" panose="02040602050305030304" pitchFamily="18" charset="0"/>
              </a:rPr>
              <a:t>Dept. of CSE, MSRUAS, Bengaluru</a:t>
            </a:r>
          </a:p>
          <a:p>
            <a:pPr lvl="0">
              <a:buClr>
                <a:srgbClr val="002060"/>
              </a:buClr>
              <a:buSzPts val="2400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002060"/>
              </a:buClr>
              <a:buSzPts val="2400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Group No.  :PB34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AE390-1EBF-06F6-7AA0-D50F7D61E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056" y="396541"/>
            <a:ext cx="2423886" cy="845768"/>
          </a:xfrm>
          <a:prstGeom prst="rect">
            <a:avLst/>
          </a:prstGeom>
        </p:spPr>
      </p:pic>
      <p:graphicFrame>
        <p:nvGraphicFramePr>
          <p:cNvPr id="101" name="Google Shape;101;p2"/>
          <p:cNvGraphicFramePr/>
          <p:nvPr>
            <p:extLst>
              <p:ext uri="{D42A27DB-BD31-4B8C-83A1-F6EECF244321}">
                <p14:modId xmlns:p14="http://schemas.microsoft.com/office/powerpoint/2010/main" val="2104014348"/>
              </p:ext>
            </p:extLst>
          </p:nvPr>
        </p:nvGraphicFramePr>
        <p:xfrm>
          <a:off x="704849" y="4065593"/>
          <a:ext cx="4248150" cy="1659625"/>
        </p:xfrm>
        <a:graphic>
          <a:graphicData uri="http://schemas.openxmlformats.org/drawingml/2006/table">
            <a:tbl>
              <a:tblPr firstRow="1" bandRow="1">
                <a:tableStyleId>{9F6D2E3C-A018-442B-BF50-C8C78C53ADB0}</a:tableStyleId>
              </a:tblPr>
              <a:tblGrid>
                <a:gridCol w="1772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200" b="1" u="none" strike="noStrike" cap="none" dirty="0"/>
                        <a:t>Registration no.</a:t>
                      </a:r>
                      <a:endParaRPr sz="12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200" b="1" u="none" strike="noStrike" cap="none" dirty="0"/>
                        <a:t>Student Name</a:t>
                      </a:r>
                      <a:endParaRPr sz="1200" b="1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200" b="1" dirty="0"/>
                        <a:t>SIMRAN SHRAMA </a:t>
                      </a:r>
                      <a:endParaRPr sz="1200" b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</a:rPr>
                        <a:t>22ETIS411036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/>
                        <a:t>PRATHYUSHA 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1200" b="1" dirty="0">
                          <a:solidFill>
                            <a:srgbClr val="000000"/>
                          </a:solidFill>
                        </a:rPr>
                        <a:t>22ETIS411026</a:t>
                      </a:r>
                      <a:endParaRPr sz="12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576471197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/>
                        <a:t>NAVYA CP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22ETIS411303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152396479"/>
                  </a:ext>
                </a:extLst>
              </a:tr>
              <a:tr h="308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/>
                        <a:t>THARUN KUMAR LM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22ETIS411041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4233343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C9A9E3-E530-E961-7215-B88F80BF24C5}"/>
              </a:ext>
            </a:extLst>
          </p:cNvPr>
          <p:cNvSpPr txBox="1"/>
          <p:nvPr/>
        </p:nvSpPr>
        <p:spPr>
          <a:xfrm>
            <a:off x="787933" y="1464357"/>
            <a:ext cx="833013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95300" y="226554"/>
            <a:ext cx="89154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0000"/>
                </a:solidFill>
              </a:rPr>
              <a:t>Outline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776536" y="884678"/>
            <a:ext cx="8915400" cy="544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Problem Statement &amp; Motivation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Objectives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Existing System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Proposed System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System Architecture</a:t>
            </a:r>
          </a:p>
          <a:p>
            <a:pPr indent="-457200">
              <a:buSzPct val="95000"/>
              <a:buFont typeface="+mj-lt"/>
              <a:buAutoNum type="arabicPeriod"/>
            </a:pPr>
            <a:r>
              <a:rPr lang="en-US" sz="2400" b="1" dirty="0"/>
              <a:t>Implementation and Testing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Result Analysis and Discussions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Live Demonstration 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Conclusion</a:t>
            </a:r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Future Scope</a:t>
            </a:r>
            <a:endParaRPr sz="2400" b="1" dirty="0"/>
          </a:p>
          <a:p>
            <a:pPr indent="-457200">
              <a:spcBef>
                <a:spcPts val="560"/>
              </a:spcBef>
              <a:buSzPct val="95000"/>
              <a:buFont typeface="+mj-lt"/>
              <a:buAutoNum type="arabicPeriod"/>
            </a:pPr>
            <a:r>
              <a:rPr lang="en-US" sz="2400" b="1" dirty="0"/>
              <a:t>References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0544-D8D4-34B2-06CE-9F0B67039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610733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Problem Statement and Motivation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52E9D-38A6-A515-1CEE-C5D4C5664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222065"/>
            <a:ext cx="8915400" cy="4525963"/>
          </a:xfrm>
        </p:spPr>
        <p:txBody>
          <a:bodyPr/>
          <a:lstStyle/>
          <a:p>
            <a:pPr marL="2540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Underwater images suffer from multiple distortions: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distortion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(loss of red, dominance of blue/green)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contrast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light attenuation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Haze and blur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caused by scattering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suspended particles</a:t>
            </a:r>
          </a:p>
          <a:p>
            <a:pPr marL="25400" indent="0" algn="just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 Causes: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absorption (red absorbed quickly)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scattering (reduces clarity)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780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61EC-4F31-6F5E-1208-93FDAE73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Problem Statement and Motivation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25BD0-FADF-0CA7-34D5-383FDD618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Motivation: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for applications such as: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Marine ecosystem monitoring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Underwater robotics and navigation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Scientific imaging and surveillance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enhancement techniques lack adaptability to complex underwater conditions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53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608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b="1" dirty="0">
                <a:solidFill>
                  <a:srgbClr val="FF0000"/>
                </a:solidFill>
              </a:rPr>
              <a:t>Objectives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95300" y="1087550"/>
            <a:ext cx="8915400" cy="50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the major challenges in underwater images such as color distortion, low contrast, and reduced visibility caused by light absorption and scattering in water.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existing image enhancement techniques and machine learning approaches used for improving underwater image quality.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machine learning-based model that enhances underwater images by improving color balance, contrast, and visibility.</a:t>
            </a: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spcBef>
                <a:spcPts val="0"/>
              </a:spcBef>
              <a:buSzPts val="2200"/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the performance of the proposed model using image quality metrics such as PSNR and SSIM by comparing original and enhanced images.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D22-65BF-D221-25B6-89C2F6DB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Existing System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5556F-1CF8-4F94-3318-9FF802438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/>
            <a:endParaRPr lang="en-IN" sz="2800" dirty="0"/>
          </a:p>
          <a:p>
            <a:pPr algn="just"/>
            <a:endParaRPr lang="en-IN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833E6C-79D9-460F-9FFA-2E668649A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41261"/>
              </p:ext>
            </p:extLst>
          </p:nvPr>
        </p:nvGraphicFramePr>
        <p:xfrm>
          <a:off x="495300" y="1024402"/>
          <a:ext cx="8915400" cy="5366567"/>
        </p:xfrm>
        <a:graphic>
          <a:graphicData uri="http://schemas.openxmlformats.org/drawingml/2006/table">
            <a:tbl>
              <a:tblPr firstRow="1" firstCol="1" bandRow="1">
                <a:tableStyleId>{9B3D1C26-BEBA-40EB-B880-04AE644533D2}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0182348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914103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573219559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65356917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63228871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822680806"/>
                    </a:ext>
                  </a:extLst>
                </a:gridCol>
              </a:tblGrid>
              <a:tr h="2316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Ref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Title &amp; Year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Methodology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Dataset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Limitations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Observations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1031450709"/>
                  </a:ext>
                </a:extLst>
              </a:tr>
              <a:tr h="10422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[1]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Deep Underwater Image Enhancement (UWCNN), 2018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CNN-based model trained on synthetic underwater images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Synthetic underwater dataset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Limited real-world dataset usage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CNN effectively improves color correction and visibility in underwater images. 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2811710244"/>
                  </a:ext>
                </a:extLst>
              </a:tr>
              <a:tr h="11879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[2]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UWGAN: Underwater GAN for Real-World Enhancement, 2019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Generative Adversarial Network (GAN) with U-Net architecture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Synthetic underwater dataset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Requires high computational power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GAN generates realistic underwater images and restores color distortions effectively. 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261085116"/>
                  </a:ext>
                </a:extLst>
              </a:tr>
              <a:tr h="10422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[3]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Deep SESR for Underwater Enhancement and Super-Resolution, 2020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Residual network with GAN for simultaneous enhancement and super-</a:t>
                      </a:r>
                      <a:r>
                        <a:rPr lang="en-US" sz="1200" kern="100" dirty="0" err="1">
                          <a:effectLst/>
                        </a:rPr>
                        <a:t>resolutioN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UFO-120 dataset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Complex training process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Improves image sharpness, color correction, and resolution simultaneously.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662104819"/>
                  </a:ext>
                </a:extLst>
              </a:tr>
              <a:tr h="10168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[4]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UIEC²-Net: CNN-based Underwater Image Enhancement, 2021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CNN using dual color spaces for enhancement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UIEB dataset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Limited generalization in extreme conditions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Achieves good color restoration and contrast improvement in underwater images.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1603732944"/>
                  </a:ext>
                </a:extLst>
              </a:tr>
              <a:tr h="845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[5]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SGUIE-Net: Semantic Attention Guided Enhancement, 2022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Attention-based CNN with semantic region guidance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Multiple underwater datasets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Requires labeled semantic information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Improves detail restoration and region-based enhancement.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547" marR="27547" marT="0" marB="0"/>
                </a:tc>
                <a:extLst>
                  <a:ext uri="{0D108BD9-81ED-4DB2-BD59-A6C34878D82A}">
                    <a16:rowId xmlns:a16="http://schemas.microsoft.com/office/drawing/2014/main" val="121395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51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EE9AD-4DD8-3AA3-2E61-50E38EDB5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245318"/>
              </p:ext>
            </p:extLst>
          </p:nvPr>
        </p:nvGraphicFramePr>
        <p:xfrm>
          <a:off x="596712" y="1003778"/>
          <a:ext cx="8813988" cy="5163265"/>
        </p:xfrm>
        <a:graphic>
          <a:graphicData uri="http://schemas.openxmlformats.org/drawingml/2006/table">
            <a:tbl>
              <a:tblPr firstRow="1" firstCol="1" bandRow="1">
                <a:tableStyleId>{9B3D1C26-BEBA-40EB-B880-04AE644533D2}</a:tableStyleId>
              </a:tblPr>
              <a:tblGrid>
                <a:gridCol w="1468998">
                  <a:extLst>
                    <a:ext uri="{9D8B030D-6E8A-4147-A177-3AD203B41FA5}">
                      <a16:colId xmlns:a16="http://schemas.microsoft.com/office/drawing/2014/main" val="560130845"/>
                    </a:ext>
                  </a:extLst>
                </a:gridCol>
                <a:gridCol w="1468998">
                  <a:extLst>
                    <a:ext uri="{9D8B030D-6E8A-4147-A177-3AD203B41FA5}">
                      <a16:colId xmlns:a16="http://schemas.microsoft.com/office/drawing/2014/main" val="1443267307"/>
                    </a:ext>
                  </a:extLst>
                </a:gridCol>
                <a:gridCol w="1468998">
                  <a:extLst>
                    <a:ext uri="{9D8B030D-6E8A-4147-A177-3AD203B41FA5}">
                      <a16:colId xmlns:a16="http://schemas.microsoft.com/office/drawing/2014/main" val="1778276899"/>
                    </a:ext>
                  </a:extLst>
                </a:gridCol>
                <a:gridCol w="1468998">
                  <a:extLst>
                    <a:ext uri="{9D8B030D-6E8A-4147-A177-3AD203B41FA5}">
                      <a16:colId xmlns:a16="http://schemas.microsoft.com/office/drawing/2014/main" val="1989681142"/>
                    </a:ext>
                  </a:extLst>
                </a:gridCol>
                <a:gridCol w="1468998">
                  <a:extLst>
                    <a:ext uri="{9D8B030D-6E8A-4147-A177-3AD203B41FA5}">
                      <a16:colId xmlns:a16="http://schemas.microsoft.com/office/drawing/2014/main" val="2682073795"/>
                    </a:ext>
                  </a:extLst>
                </a:gridCol>
                <a:gridCol w="1468998">
                  <a:extLst>
                    <a:ext uri="{9D8B030D-6E8A-4147-A177-3AD203B41FA5}">
                      <a16:colId xmlns:a16="http://schemas.microsoft.com/office/drawing/2014/main" val="3635010088"/>
                    </a:ext>
                  </a:extLst>
                </a:gridCol>
              </a:tblGrid>
              <a:tr h="2351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Ref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Title &amp; Year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Methodology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Dataset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Limitations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Observations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728969802"/>
                  </a:ext>
                </a:extLst>
              </a:tr>
              <a:tr h="10605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[6]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FE-GAN: Fast and Efficient Underwater Image Enhancement, 2022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Conditional GAN architecture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UIEB dataset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Training instability in GAN models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Provides efficient enhancement with improved generalization performance. 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217465986"/>
                  </a:ext>
                </a:extLst>
              </a:tr>
              <a:tr h="876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[7]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Zero-Shot Underwater Image Enhancement Network, 2023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Zero-shot deep learning model with level adjustment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Real underwater images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Performance depends on scene conditions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Removes haze and corrects color distortion without paired training data. 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1626537510"/>
                  </a:ext>
                </a:extLst>
              </a:tr>
              <a:tr h="10605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[8]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MuLA-GAN: Multi-Level Attention GAN, 2023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GAN with multi-level attention mechanism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UIEB dataset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High model complexity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Achieves better PSNR and SSIM compared to earlier enhancement models. 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2517199662"/>
                  </a:ext>
                </a:extLst>
              </a:tr>
              <a:tr h="876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[9]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Autoencoder-based Deep Learning Enhancement, 2024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Deep autoencoder architecture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Multiple underwater datasets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Limited feature representation for complex scenes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Reduces blue/green color distortion and improves visual quality.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1413096147"/>
                  </a:ext>
                </a:extLst>
              </a:tr>
              <a:tr h="10539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[10]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Ensemble Deep Learning for Underwater Image Enhancement, 2024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Combination of spatial and deep learning approaches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UIEB and EUVP datasets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Higher computational cost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Improves brightness, structure preservation, and contrast. 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02" marR="58502" marT="0" marB="0"/>
                </a:tc>
                <a:extLst>
                  <a:ext uri="{0D108BD9-81ED-4DB2-BD59-A6C34878D82A}">
                    <a16:rowId xmlns:a16="http://schemas.microsoft.com/office/drawing/2014/main" val="402861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11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1DBA-0DE0-EEA4-980D-0EB67472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Existing System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A48B-041A-3C6D-1D13-CCFB19AA5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010653"/>
            <a:ext cx="8915400" cy="5115512"/>
          </a:xfrm>
        </p:spPr>
        <p:txBody>
          <a:bodyPr/>
          <a:lstStyle/>
          <a:p>
            <a:pPr marL="25400" indent="0">
              <a:buNone/>
            </a:pPr>
            <a:r>
              <a:rPr lang="en-IN" sz="2400" b="1" u="sng" dirty="0"/>
              <a:t>SUMMARY OF EXISTING SYSTEM</a:t>
            </a:r>
          </a:p>
          <a:p>
            <a:pPr marL="25400" indent="0">
              <a:buNone/>
            </a:pPr>
            <a:endParaRPr lang="en-IN" sz="2400" b="1" u="sng" dirty="0"/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methods focus mainly on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correction or contrast enhancement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fail to address all underwater distortions.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models require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datasets and high computational power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methods are trained only on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datasets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reducing real-world performance.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an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machine learning model that improves image quality while maintaining structural details in real underwater environments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5400" indent="0">
              <a:buNone/>
            </a:pP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4531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Proposed System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495300" y="1124745"/>
            <a:ext cx="8915400" cy="500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 algn="just">
              <a:buNone/>
            </a:pPr>
            <a:r>
              <a:rPr lang="en-US" sz="2400" dirty="0" err="1"/>
              <a:t>OceanClear</a:t>
            </a:r>
            <a:r>
              <a:rPr lang="en-US" sz="2400" dirty="0"/>
              <a:t> is a </a:t>
            </a:r>
            <a:r>
              <a:rPr lang="en-US" sz="2400" b="1" dirty="0"/>
              <a:t>deep learning-based framework</a:t>
            </a:r>
            <a:r>
              <a:rPr lang="en-US" sz="2400" dirty="0"/>
              <a:t> for underwater image enhancement that learns mappings between degraded and high-quality images.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indent="0" algn="just"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indent="0" algn="just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Distorted underwater image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Resizing (256×256)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 removal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using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UIEB dataset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Enhanced image 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FF16-A5E8-D951-97FA-EC7E3EC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Proposed System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A7790-41C5-BA81-E946-C582A8CA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258529"/>
            <a:ext cx="8915400" cy="4867635"/>
          </a:xfrm>
        </p:spPr>
        <p:txBody>
          <a:bodyPr/>
          <a:lstStyle/>
          <a:p>
            <a:pPr marL="2540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Features: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distortions simultaneously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Improves: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correction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Contrast </a:t>
            </a:r>
          </a:p>
          <a:p>
            <a:pPr lvl="1"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on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datasets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540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accuracy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feature learning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for future applications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0480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System Architecture/Block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9DB84-D721-2A4D-0C30-67712ABF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18" y="1052051"/>
            <a:ext cx="4564563" cy="5348749"/>
          </a:xfrm>
          <a:prstGeom prst="rect">
            <a:avLst/>
          </a:prstGeom>
        </p:spPr>
      </p:pic>
      <p:sp>
        <p:nvSpPr>
          <p:cNvPr id="1026" name="AutoShape 2" descr="Proposed framework for brain tumor detec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roposed framework for brain tumor detec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9EC4-B175-DAB4-0499-8B6F58C1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System Architecture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92E31-540A-FAC3-F796-8A0FCDFC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166018"/>
            <a:ext cx="8915400" cy="45259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Collection</a:t>
            </a:r>
          </a:p>
          <a:p>
            <a:pPr marL="2540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Underwater image datasets such as UIEB(Underwater Image Enhancement Benchmark)are collected to train and test the enhancement model under different underwater conditions.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Resize Images : Images are resized to a fixed dimension (e.g., 256×256) to ensure uniform input for the model.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 Removal : Filtering techniques are applied to remove noise caused by underwater particles and lighting conditions.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 : Pixel values are scaled between 0 and 1 to improve training efficiency and model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21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9C09-D096-A8B8-04FC-43CE5EC5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System Architecture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99090-405A-4C41-7B9E-B1820B143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417638"/>
            <a:ext cx="8915400" cy="45259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layer </a:t>
            </a:r>
          </a:p>
          <a:p>
            <a:pPr marL="25400" indent="0" algn="just">
              <a:buNone/>
            </a:pPr>
            <a:r>
              <a:rPr lang="en-IN" sz="2400" dirty="0"/>
              <a:t>CNN, Autoencoder and U-Net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model is used to learn image features and enhance underwater images by improving contrast and color balance.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</a:p>
          <a:p>
            <a:pPr marL="2540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enhanced images are compared with original images using PSNR and SSIM metrics to measure improvement in image quality. Based on this score best model is selected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/>
              <a:t>Output Layer</a:t>
            </a:r>
          </a:p>
          <a:p>
            <a:pPr marL="25400" indent="0" algn="just">
              <a:buNone/>
            </a:pPr>
            <a:r>
              <a:rPr lang="en-IN" sz="2400" dirty="0"/>
              <a:t>Generate enhanced image using the best model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4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68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D835-E91A-E55A-4C4D-8A5F7A6C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610733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Implementation and Testing Approach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9C7C2-6ED3-6C5A-3D69-3D16C6DA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990601"/>
            <a:ext cx="8915400" cy="4525963"/>
          </a:xfrm>
        </p:spPr>
        <p:txBody>
          <a:bodyPr/>
          <a:lstStyle/>
          <a:p>
            <a:pPr marL="25400" indent="0">
              <a:buNone/>
            </a:pPr>
            <a:r>
              <a:rPr lang="en-IN" sz="2400" dirty="0"/>
              <a:t>Programming Language: </a:t>
            </a:r>
            <a:r>
              <a:rPr lang="en-IN" sz="2400" b="1" dirty="0"/>
              <a:t>Python</a:t>
            </a:r>
            <a:r>
              <a:rPr lang="en-IN" sz="2400" dirty="0"/>
              <a:t> </a:t>
            </a:r>
          </a:p>
          <a:p>
            <a:pPr marL="25400" indent="0">
              <a:buNone/>
            </a:pPr>
            <a:r>
              <a:rPr lang="en-IN" sz="2400" dirty="0"/>
              <a:t>Frameworks: </a:t>
            </a:r>
            <a:r>
              <a:rPr lang="en-IN" sz="2400" b="1" dirty="0" err="1"/>
              <a:t>PyTorch</a:t>
            </a:r>
            <a:r>
              <a:rPr lang="en-IN" sz="2400" dirty="0"/>
              <a:t> </a:t>
            </a:r>
          </a:p>
          <a:p>
            <a:pPr marL="25400" indent="0">
              <a:buNone/>
            </a:pPr>
            <a:r>
              <a:rPr lang="en-IN" sz="2400" dirty="0"/>
              <a:t>Tools: </a:t>
            </a:r>
            <a:r>
              <a:rPr lang="en-IN" sz="2400" b="1" dirty="0"/>
              <a:t>VS Code</a:t>
            </a:r>
            <a:endParaRPr lang="en-IN" sz="2400" dirty="0"/>
          </a:p>
          <a:p>
            <a:pPr marL="25400" indent="0">
              <a:buNone/>
            </a:pPr>
            <a:r>
              <a:rPr lang="en-IN" sz="2400" dirty="0"/>
              <a:t>Deployment: </a:t>
            </a:r>
            <a:r>
              <a:rPr lang="en-IN" sz="2400" b="1" dirty="0" err="1"/>
              <a:t>Streamlit</a:t>
            </a:r>
            <a:r>
              <a:rPr lang="en-IN" sz="2400" b="1" dirty="0"/>
              <a:t> Web Application</a:t>
            </a:r>
            <a:r>
              <a:rPr lang="en-IN" sz="2400" dirty="0"/>
              <a:t> </a:t>
            </a:r>
          </a:p>
          <a:p>
            <a:pPr marL="25400" indent="0">
              <a:buNone/>
            </a:pPr>
            <a:endParaRPr lang="en-IN" sz="2400" dirty="0"/>
          </a:p>
          <a:p>
            <a:pPr marL="25400" indent="0">
              <a:buNone/>
            </a:pPr>
            <a:r>
              <a:rPr lang="en-IN" sz="2400" b="1" dirty="0"/>
              <a:t>Dataset Details:</a:t>
            </a:r>
            <a:endParaRPr lang="en-IN" sz="2400" dirty="0"/>
          </a:p>
          <a:p>
            <a:r>
              <a:rPr lang="en-IN" sz="2400" dirty="0"/>
              <a:t>Dataset: </a:t>
            </a:r>
            <a:r>
              <a:rPr lang="en-IN" sz="2400" b="1" dirty="0"/>
              <a:t>UIEB (Underwater Image Enhancement Benchmark)</a:t>
            </a:r>
            <a:r>
              <a:rPr lang="en-IN" sz="2400" dirty="0"/>
              <a:t> </a:t>
            </a:r>
          </a:p>
          <a:p>
            <a:r>
              <a:rPr lang="en-IN" sz="2400" dirty="0"/>
              <a:t>Total images: </a:t>
            </a:r>
            <a:r>
              <a:rPr lang="en-IN" sz="2400" b="1" dirty="0"/>
              <a:t>950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890 paired (input + reference) </a:t>
            </a:r>
          </a:p>
          <a:p>
            <a:pPr lvl="1"/>
            <a:r>
              <a:rPr lang="en-IN" sz="2400" dirty="0"/>
              <a:t>60 challenging images </a:t>
            </a:r>
          </a:p>
          <a:p>
            <a:r>
              <a:rPr lang="en-IN" sz="2400" dirty="0"/>
              <a:t>Image size: </a:t>
            </a:r>
            <a:r>
              <a:rPr lang="en-IN" sz="2400" b="1" dirty="0"/>
              <a:t>Resized to 256 × 256</a:t>
            </a:r>
            <a:r>
              <a:rPr lang="en-IN" sz="2400" dirty="0"/>
              <a:t> </a:t>
            </a:r>
          </a:p>
          <a:p>
            <a:pPr marL="254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971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C7C84-698D-9A76-D972-C2F47154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Implementation and Testing Approach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2C9DA-32D6-037A-B318-CB54DD3F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427704"/>
            <a:ext cx="8915400" cy="4525963"/>
          </a:xfrm>
        </p:spPr>
        <p:txBody>
          <a:bodyPr/>
          <a:lstStyle/>
          <a:p>
            <a:pPr marL="25400" indent="0">
              <a:buNone/>
            </a:pPr>
            <a:r>
              <a:rPr lang="en-IN" sz="2400" b="1" dirty="0"/>
              <a:t>Model Selection</a:t>
            </a:r>
          </a:p>
          <a:p>
            <a:r>
              <a:rPr lang="en-IN" sz="2400" dirty="0"/>
              <a:t>CNN → Moderate enhancement </a:t>
            </a:r>
          </a:p>
          <a:p>
            <a:r>
              <a:rPr lang="en-IN" sz="2400" dirty="0"/>
              <a:t>Autoencoder → Better noise reduction </a:t>
            </a:r>
          </a:p>
          <a:p>
            <a:r>
              <a:rPr lang="en-IN" sz="2400" dirty="0"/>
              <a:t>U-Net → Superior detail preservation</a:t>
            </a:r>
          </a:p>
          <a:p>
            <a:pPr marL="25400" indent="0">
              <a:buNone/>
            </a:pPr>
            <a:r>
              <a:rPr lang="en-IN" sz="2400" b="1" dirty="0"/>
              <a:t>Performance Evaluation</a:t>
            </a:r>
          </a:p>
          <a:p>
            <a:pPr marL="2540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541FD6-7ADB-539B-148E-A6777C201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80025"/>
              </p:ext>
            </p:extLst>
          </p:nvPr>
        </p:nvGraphicFramePr>
        <p:xfrm>
          <a:off x="1467144" y="3978998"/>
          <a:ext cx="6603999" cy="1727162"/>
        </p:xfrm>
        <a:graphic>
          <a:graphicData uri="http://schemas.openxmlformats.org/drawingml/2006/table">
            <a:tbl>
              <a:tblPr firstRow="1" bandRow="1">
                <a:tableStyleId>{9B3D1C26-BEBA-40EB-B880-04AE644533D2}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1546797661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1132399198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1663132661"/>
                    </a:ext>
                  </a:extLst>
                </a:gridCol>
              </a:tblGrid>
              <a:tr h="538442">
                <a:tc>
                  <a:txBody>
                    <a:bodyPr/>
                    <a:lstStyle/>
                    <a:p>
                      <a:r>
                        <a:rPr lang="en-IN" sz="2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81587"/>
                  </a:ext>
                </a:extLst>
              </a:tr>
              <a:tr h="361749">
                <a:tc>
                  <a:txBody>
                    <a:bodyPr/>
                    <a:lstStyle/>
                    <a:p>
                      <a:r>
                        <a:rPr lang="en-IN" sz="2000" b="1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18.54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0.807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61150"/>
                  </a:ext>
                </a:extLst>
              </a:tr>
              <a:tr h="361749">
                <a:tc>
                  <a:txBody>
                    <a:bodyPr/>
                    <a:lstStyle/>
                    <a:p>
                      <a:r>
                        <a:rPr lang="en-IN" sz="2000" b="1" dirty="0"/>
                        <a:t>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17.49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0.591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98054"/>
                  </a:ext>
                </a:extLst>
              </a:tr>
              <a:tr h="361749">
                <a:tc>
                  <a:txBody>
                    <a:bodyPr/>
                    <a:lstStyle/>
                    <a:p>
                      <a:r>
                        <a:rPr lang="en-IN" sz="2000" b="1" dirty="0"/>
                        <a:t>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19.72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0.844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14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0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88EF-0EAB-23C5-5556-5998162E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Implementation and Testing Approach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F9066-52D8-B2BB-828A-95B9D9600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indent="0">
              <a:buNone/>
            </a:pPr>
            <a:r>
              <a:rPr lang="en-I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Graphical Analysis</a:t>
            </a:r>
          </a:p>
          <a:p>
            <a:pPr marL="2540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9CE62-0C37-FC82-22A4-9AB3333C8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7" y="2345905"/>
            <a:ext cx="4366929" cy="2729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045ADD-CA0E-E27C-1A43-820791C0C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280" y="2345905"/>
            <a:ext cx="4235404" cy="264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15180F-A0D7-73B7-3352-6263B95B436D}"/>
              </a:ext>
            </a:extLst>
          </p:cNvPr>
          <p:cNvSpPr txBox="1"/>
          <p:nvPr/>
        </p:nvSpPr>
        <p:spPr>
          <a:xfrm>
            <a:off x="879987" y="5257798"/>
            <a:ext cx="52356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 consistently outperforms CNN and Autoencoder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PSNR → Better image reconstruction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SSIM → Better perceptual quality</a:t>
            </a:r>
          </a:p>
        </p:txBody>
      </p:sp>
    </p:spTree>
    <p:extLst>
      <p:ext uri="{BB962C8B-B14F-4D97-AF65-F5344CB8AC3E}">
        <p14:creationId xmlns:p14="http://schemas.microsoft.com/office/powerpoint/2010/main" val="3474158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52AC-D3BD-AE4D-6BDD-81040AA1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Result Analysis and Discussions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51359-7B0A-0DCA-AC26-81B675CDD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352695"/>
            <a:ext cx="8915400" cy="4525963"/>
          </a:xfrm>
        </p:spPr>
        <p:txBody>
          <a:bodyPr/>
          <a:lstStyle/>
          <a:p>
            <a:pPr algn="just"/>
            <a:r>
              <a:rPr lang="en-IN" sz="2400" dirty="0"/>
              <a:t>U-Net achieved the highest PSNR (19.72) and SSIM (0.844), showing superior enhancement performance. </a:t>
            </a:r>
          </a:p>
          <a:p>
            <a:pPr algn="just"/>
            <a:r>
              <a:rPr lang="en-IN" sz="2400" dirty="0"/>
              <a:t>CNN provided moderate enhancement with acceptable image reconstruction quality. </a:t>
            </a:r>
          </a:p>
          <a:p>
            <a:pPr algn="just"/>
            <a:r>
              <a:rPr lang="en-IN" sz="2400" dirty="0"/>
              <a:t>Autoencoder reduced underwater noise effectively but preserved fewer texture details. </a:t>
            </a:r>
          </a:p>
          <a:p>
            <a:pPr algn="just"/>
            <a:r>
              <a:rPr lang="en-IN" sz="2400" dirty="0"/>
              <a:t>Enhanced outputs showed better visibility, improved colour balance, and higher contrast compared to original underwater images. </a:t>
            </a:r>
          </a:p>
          <a:p>
            <a:pPr algn="just"/>
            <a:r>
              <a:rPr lang="en-IN" sz="2400" dirty="0"/>
              <a:t>Experimental results prove that deep learning models perform better than traditional underwater enhancement techniques.</a:t>
            </a:r>
          </a:p>
          <a:p>
            <a:pPr marL="254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70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Result Analysis and Discussions</a:t>
            </a:r>
            <a:endParaRPr sz="36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1550F-7176-05CA-631C-35806E2E7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1052837"/>
            <a:ext cx="7489371" cy="514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98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BC37-88A7-F19C-C8AE-0097A6B4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Result Analysis and Discussions</a:t>
            </a:r>
            <a:endParaRPr lang="en-IN" sz="36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99D1FC-C9A6-C483-2284-DE6201A3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2" y="1524001"/>
            <a:ext cx="7128388" cy="44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2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5BDF46-D751-B8D9-96AC-D8C2A972AED2}"/>
              </a:ext>
            </a:extLst>
          </p:cNvPr>
          <p:cNvSpPr txBox="1"/>
          <p:nvPr/>
        </p:nvSpPr>
        <p:spPr>
          <a:xfrm>
            <a:off x="275302" y="205422"/>
            <a:ext cx="9006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 Development Goals(SDG)</a:t>
            </a:r>
            <a:endParaRPr lang="en-IN"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F7D5E4-0F06-6F51-32C3-4F938E8DA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25473"/>
              </p:ext>
            </p:extLst>
          </p:nvPr>
        </p:nvGraphicFramePr>
        <p:xfrm>
          <a:off x="543533" y="1547540"/>
          <a:ext cx="8915400" cy="4324236"/>
        </p:xfrm>
        <a:graphic>
          <a:graphicData uri="http://schemas.openxmlformats.org/drawingml/2006/table">
            <a:tbl>
              <a:tblPr firstRow="1">
                <a:tableStyleId>{9B3D1C26-BEBA-40EB-B880-04AE644533D2}</a:tableStyleId>
              </a:tblPr>
              <a:tblGrid>
                <a:gridCol w="1498398">
                  <a:extLst>
                    <a:ext uri="{9D8B030D-6E8A-4147-A177-3AD203B41FA5}">
                      <a16:colId xmlns:a16="http://schemas.microsoft.com/office/drawing/2014/main" val="1862149642"/>
                    </a:ext>
                  </a:extLst>
                </a:gridCol>
                <a:gridCol w="3719477">
                  <a:extLst>
                    <a:ext uri="{9D8B030D-6E8A-4147-A177-3AD203B41FA5}">
                      <a16:colId xmlns:a16="http://schemas.microsoft.com/office/drawing/2014/main" val="2764222040"/>
                    </a:ext>
                  </a:extLst>
                </a:gridCol>
                <a:gridCol w="3697525">
                  <a:extLst>
                    <a:ext uri="{9D8B030D-6E8A-4147-A177-3AD203B41FA5}">
                      <a16:colId xmlns:a16="http://schemas.microsoft.com/office/drawing/2014/main" val="1885610052"/>
                    </a:ext>
                  </a:extLst>
                </a:gridCol>
              </a:tblGrid>
              <a:tr h="286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SDG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SDG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Description / 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301295"/>
                  </a:ext>
                </a:extLst>
              </a:tr>
              <a:tr h="1121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SDG 14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Life Below Water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project helps improve underwater image quality, which supports monitoring of marine ecosystems, coral reefs, and underwater biodiversity.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939950"/>
                  </a:ext>
                </a:extLst>
              </a:tr>
              <a:tr h="153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SDG 9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Industry, Innovation and Infrastructure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use of machine learning for underwater image enhancement promotes technological innovation and supports advanced research in marine technology and imaging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852204"/>
                  </a:ext>
                </a:extLst>
              </a:tr>
              <a:tr h="1329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SDG 13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Climate Action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Enhanced underwater images can help researchers monitor ocean conditions and environmental changes, contributing to better climate and marine ecosystem studies.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69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50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9A94-561C-2CC8-AC08-3F637A68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Live Demonstration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8B521-15E8-C142-09FD-46969352F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99" y="1600201"/>
            <a:ext cx="9487473" cy="1342379"/>
          </a:xfrm>
        </p:spPr>
        <p:txBody>
          <a:bodyPr/>
          <a:lstStyle/>
          <a:p>
            <a:pPr marL="25400" indent="0">
              <a:buNone/>
            </a:pPr>
            <a:r>
              <a:rPr lang="en-IN" dirty="0"/>
              <a:t>https://oceanclear-18332670789.us-central1.run.app/</a:t>
            </a:r>
          </a:p>
        </p:txBody>
      </p:sp>
    </p:spTree>
    <p:extLst>
      <p:ext uri="{BB962C8B-B14F-4D97-AF65-F5344CB8AC3E}">
        <p14:creationId xmlns:p14="http://schemas.microsoft.com/office/powerpoint/2010/main" val="235820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BC83-7355-6A22-7EE4-A47BD729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Conclusion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72697-2E76-4619-D7A9-67319E82B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332069"/>
            <a:ext cx="8915400" cy="4525963"/>
          </a:xfrm>
        </p:spPr>
        <p:txBody>
          <a:bodyPr/>
          <a:lstStyle/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Created a deep learning-based underwater image enhancement framework based on the UIEB dataset, which enhances color balance, contrast, and noise removal with the help of effective preprocessing methods.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and contrasted CNN, Autoencoder, and U-Net models.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performance based on PSNR and SSIM, and quantitative and visual outcomes indicated a significant improvement, even with difficult underwater images in the real world.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803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Future Scope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1"/>
          </p:nvPr>
        </p:nvSpPr>
        <p:spPr>
          <a:xfrm>
            <a:off x="495300" y="924232"/>
            <a:ext cx="8915400" cy="520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 algn="just">
              <a:buNone/>
            </a:pPr>
            <a:r>
              <a:rPr lang="en-IN" sz="2400" dirty="0"/>
              <a:t>Potential future enhancement focus would be on the investigation of deeper learning methods used to develop a smaller architecture to run on small-scale portable devices as well as on systems used to operate in a lower power underwater environment. Lightweight models would enable deployment in underwater drones and portable marine monitoring systems.</a:t>
            </a:r>
          </a:p>
          <a:p>
            <a:pPr marL="25400" indent="0" algn="just">
              <a:buNone/>
            </a:pPr>
            <a:r>
              <a:rPr lang="en-IN" sz="2400" b="1" u="sng" dirty="0"/>
              <a:t>Advanced artificial intelligence techniques such as</a:t>
            </a:r>
            <a:r>
              <a:rPr lang="en-I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Generative Adversarial Networks (GANs)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Vision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Diffusion Models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Reinforcement Learning </a:t>
            </a:r>
          </a:p>
          <a:p>
            <a:pPr marL="25400" indent="0">
              <a:buNone/>
            </a:pPr>
            <a:r>
              <a:rPr lang="en-IN" sz="2400" dirty="0"/>
              <a:t>can be explored to further improve underwater image restoration and visual quality. 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46048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918572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200" b="1" dirty="0">
                <a:solidFill>
                  <a:srgbClr val="FF0000"/>
                </a:solidFill>
              </a:rPr>
              <a:t>R</a:t>
            </a:r>
            <a:r>
              <a:rPr lang="en-US" sz="3600" b="1" dirty="0">
                <a:solidFill>
                  <a:srgbClr val="FF0000"/>
                </a:solidFill>
              </a:rPr>
              <a:t>eferences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0C2E43-AB03-6032-9D6A-F2DBDC931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9" y="875072"/>
            <a:ext cx="8915400" cy="6223550"/>
          </a:xfrm>
        </p:spPr>
        <p:txBody>
          <a:bodyPr/>
          <a:lstStyle/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Anwar, S., Li, C., &amp;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Porikli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F., “Deep Underwater Image Enhancement,”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preprint arXiv:1807.03528, 2018.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Fabbri, C., Islam, M. J., &amp; Sattar, J., “Enhancing Underwater Imagery using Generative Adversarial Networks,” IEEE International Conference on Robotics and Automation (ICRA), 2019.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Islam, M. J., Xia, Y., &amp; Sattar, J., “Fast Underwater Image Enhancement for Improved Visual Perception,” IEEE Robotics and Automation Letters, 2020.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Li, C., Guo, J., Guo, C., &amp; Cong, R., “Underwater Image Enhancement Benchmark (UIEB) and Water-Net,” IEEE Transactions on Image Processing, 2021.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Guo, C., Li, C., Guo, J., Cong, R., Fu, H., &amp; Hou, J., “Emerging from Water: Underwater Image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Correction Based on Weakly Supervised Learning,” IEEE Signal Processing Letters, 2022.</a:t>
            </a:r>
          </a:p>
          <a:p>
            <a:pPr marL="25400" indent="0">
              <a:buNone/>
            </a:pPr>
            <a:r>
              <a:rPr lang="en-GB" b="1" dirty="0"/>
              <a:t> </a:t>
            </a:r>
            <a:endParaRPr lang="en-IN" dirty="0"/>
          </a:p>
          <a:p>
            <a:endParaRPr lang="en-US" dirty="0"/>
          </a:p>
          <a:p>
            <a:pPr marL="508000" lvl="1" indent="0">
              <a:buNone/>
            </a:pPr>
            <a:r>
              <a:rPr lang="en-US" dirty="0"/>
              <a:t> </a:t>
            </a:r>
          </a:p>
          <a:p>
            <a:pPr marL="2540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5E24-8855-F6D4-07E7-72F1C646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R</a:t>
            </a:r>
            <a:r>
              <a:rPr lang="en-US" sz="4000" b="1" dirty="0">
                <a:solidFill>
                  <a:srgbClr val="FF0000"/>
                </a:solidFill>
              </a:rPr>
              <a:t>eferences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C7B29-494E-6B98-C0FC-A81C7E435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266385"/>
            <a:ext cx="8915400" cy="4708526"/>
          </a:xfrm>
        </p:spPr>
        <p:txBody>
          <a:bodyPr/>
          <a:lstStyle/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Peng, Y., Cao, K., &amp; Zhang, J., “SGUIE-Net: Semantic Attention Guided Underwater Image Enhancement,” IEEE Transactions on Multimedia, 2022.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Li, Z., Yang, Y., &amp; Chen, H., “Zero-Shot Underwater Image Enhancement Using Deep Learning,” IEEE Access, 2023.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Zhao, X., Zhang, Y., &amp; Wang, H., “MuLA-GAN: Multi-Level Attention GAN for Underwater Image Enhancement,” IEEE Transactions on Circuits and Systems for Video Technology, 2023.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Kumar, A., Singh, P., &amp; Sharma, R., “Deep Autoencoder Based Underwater Image Enhancement,” Journal of Visual Communication and Image Representation, 2024.</a:t>
            </a:r>
          </a:p>
          <a:p>
            <a:pPr marL="25400" indent="0" algn="just"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Zhang, L., Chen, Y., &amp; Li, H., “Hybrid Deep Learning Framework for Underwater Image Enhancement,” Pattern Recognition Letters, 2025.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770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ctrTitle"/>
          </p:nvPr>
        </p:nvSpPr>
        <p:spPr>
          <a:xfrm>
            <a:off x="742950" y="264477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72" y="6714622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1775</Words>
  <Application>Microsoft Office PowerPoint</Application>
  <PresentationFormat>A4 Paper (210x297 mm)</PresentationFormat>
  <Paragraphs>266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Book Antiqua</vt:lpstr>
      <vt:lpstr>Calibri</vt:lpstr>
      <vt:lpstr>Times New Roman</vt:lpstr>
      <vt:lpstr>Wingdings</vt:lpstr>
      <vt:lpstr>Office Theme</vt:lpstr>
      <vt:lpstr>B.Tech Final Project Presentation on  OceanClear : AI-Based Underwater Image Enhancement System  </vt:lpstr>
      <vt:lpstr>Outline</vt:lpstr>
      <vt:lpstr>Problem Statement and Motivation</vt:lpstr>
      <vt:lpstr>Problem Statement and Motivation</vt:lpstr>
      <vt:lpstr>Objectives</vt:lpstr>
      <vt:lpstr>Existing System</vt:lpstr>
      <vt:lpstr>PowerPoint Presentation</vt:lpstr>
      <vt:lpstr>Existing System</vt:lpstr>
      <vt:lpstr>Proposed System</vt:lpstr>
      <vt:lpstr>Proposed System</vt:lpstr>
      <vt:lpstr>System Architecture/Block Diagram</vt:lpstr>
      <vt:lpstr>System Architecture</vt:lpstr>
      <vt:lpstr>System Architecture</vt:lpstr>
      <vt:lpstr>Implementation and Testing Approach</vt:lpstr>
      <vt:lpstr>Implementation and Testing Approach</vt:lpstr>
      <vt:lpstr>Implementation and Testing Approach</vt:lpstr>
      <vt:lpstr>Result Analysis and Discussions</vt:lpstr>
      <vt:lpstr>Result Analysis and Discussions</vt:lpstr>
      <vt:lpstr>Result Analysis and Discussions</vt:lpstr>
      <vt:lpstr>PowerPoint Presentation</vt:lpstr>
      <vt:lpstr>Live Demonstration</vt:lpstr>
      <vt:lpstr>Conclusion</vt:lpstr>
      <vt:lpstr>Future Scope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Pre-Project Presentation Precision Brain Tumor Detection and Smart Report Generation Using Deep Learning Programme: B. Tech in CSE</dc:title>
  <dc:creator>Nethra</dc:creator>
  <cp:lastModifiedBy>SIMRAN SHARMA</cp:lastModifiedBy>
  <cp:revision>39</cp:revision>
  <dcterms:created xsi:type="dcterms:W3CDTF">2014-10-09T06:35:03Z</dcterms:created>
  <dcterms:modified xsi:type="dcterms:W3CDTF">2026-06-03T15:16:57Z</dcterms:modified>
</cp:coreProperties>
</file>